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Business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Tool: Power BI / Tableau</a:t>
            </a:r>
          </a:p>
          <a:p>
            <a:r>
              <a:t>Prepared by: Vishwas Gowda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analyze business performance using KPIs and interactive visuals.</a:t>
            </a:r>
          </a:p>
          <a:p>
            <a:r>
              <a:t>Support data-driven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</a:t>
            </a:r>
          </a:p>
          <a:p>
            <a:r>
              <a:t>Total Profit</a:t>
            </a:r>
          </a:p>
          <a:p>
            <a:r>
              <a:t>Profit Margin</a:t>
            </a:r>
          </a:p>
          <a:p>
            <a:r>
              <a:t>Sales Growth</a:t>
            </a:r>
          </a:p>
          <a:p>
            <a:r>
              <a:t>Orders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filters (Date, Region, Category)</a:t>
            </a:r>
          </a:p>
          <a:p>
            <a:r>
              <a:t>Time series analysis</a:t>
            </a:r>
          </a:p>
          <a:p>
            <a:r>
              <a:t>Summary cards</a:t>
            </a:r>
          </a:p>
          <a:p>
            <a:r>
              <a:t>Navigation menu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increased steadily over months.</a:t>
            </a:r>
          </a:p>
          <a:p>
            <a:r>
              <a:t>Electronics category leads profit.</a:t>
            </a:r>
          </a:p>
          <a:p>
            <a:r>
              <a:t>Some regions need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Power BI / Tableau</a:t>
            </a:r>
          </a:p>
          <a:p>
            <a:r>
              <a:t>Consistent color theme</a:t>
            </a:r>
          </a:p>
          <a:p>
            <a:r>
              <a:t>User-friendly 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helps stakeholders track performance and make informed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</Words>
  <Application>Microsoft Office PowerPoint</Application>
  <PresentationFormat>On-screen Show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Interactive Business Dashboard</vt:lpstr>
      <vt:lpstr>Objective</vt:lpstr>
      <vt:lpstr>Key KPIs</vt:lpstr>
      <vt:lpstr>Dashboard Features</vt:lpstr>
      <vt:lpstr>Key Insights</vt:lpstr>
      <vt:lpstr>Design &amp; Tools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Vishwas K</cp:lastModifiedBy>
  <cp:revision>1</cp:revision>
  <dcterms:created xsi:type="dcterms:W3CDTF">2013-01-27T09:14:16Z</dcterms:created>
  <dcterms:modified xsi:type="dcterms:W3CDTF">2026-02-17T14:53:53Z</dcterms:modified>
  <cp:category/>
</cp:coreProperties>
</file>